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4" r:id="rId8"/>
    <p:sldId id="261" r:id="rId9"/>
    <p:sldId id="262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E093A9-2467-4DCB-8D90-740200624A5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76868A-1160-4694-A254-388AB1A4AC14}">
      <dgm:prSet/>
      <dgm:spPr/>
      <dgm:t>
        <a:bodyPr/>
        <a:lstStyle/>
        <a:p>
          <a:r>
            <a:rPr lang="en-US"/>
            <a:t>Testing</a:t>
          </a:r>
        </a:p>
      </dgm:t>
    </dgm:pt>
    <dgm:pt modelId="{A265BA78-4456-4A9A-A59A-5AFC7172BDD3}" type="parTrans" cxnId="{B38BA62F-91F3-4EFA-8EE6-6123116D35AD}">
      <dgm:prSet/>
      <dgm:spPr/>
      <dgm:t>
        <a:bodyPr/>
        <a:lstStyle/>
        <a:p>
          <a:endParaRPr lang="en-US"/>
        </a:p>
      </dgm:t>
    </dgm:pt>
    <dgm:pt modelId="{751E0F86-D8FA-4DF2-9606-F46EAD89A28C}" type="sibTrans" cxnId="{B38BA62F-91F3-4EFA-8EE6-6123116D35AD}">
      <dgm:prSet/>
      <dgm:spPr/>
      <dgm:t>
        <a:bodyPr/>
        <a:lstStyle/>
        <a:p>
          <a:endParaRPr lang="en-US"/>
        </a:p>
      </dgm:t>
    </dgm:pt>
    <dgm:pt modelId="{4442B3AB-4FB9-424F-912A-CC2220497443}">
      <dgm:prSet/>
      <dgm:spPr/>
      <dgm:t>
        <a:bodyPr/>
        <a:lstStyle/>
        <a:p>
          <a:r>
            <a:rPr lang="en-US"/>
            <a:t>Gui</a:t>
          </a:r>
        </a:p>
      </dgm:t>
    </dgm:pt>
    <dgm:pt modelId="{00672488-5928-4DDE-BACD-1097C90A2D38}" type="parTrans" cxnId="{7E6FFD94-4E60-48AB-A376-54681AC586AF}">
      <dgm:prSet/>
      <dgm:spPr/>
      <dgm:t>
        <a:bodyPr/>
        <a:lstStyle/>
        <a:p>
          <a:endParaRPr lang="en-US"/>
        </a:p>
      </dgm:t>
    </dgm:pt>
    <dgm:pt modelId="{BAFD0675-C592-4FF9-9B56-B6DC93FAF781}" type="sibTrans" cxnId="{7E6FFD94-4E60-48AB-A376-54681AC586AF}">
      <dgm:prSet/>
      <dgm:spPr/>
      <dgm:t>
        <a:bodyPr/>
        <a:lstStyle/>
        <a:p>
          <a:endParaRPr lang="en-US"/>
        </a:p>
      </dgm:t>
    </dgm:pt>
    <dgm:pt modelId="{90BAE593-0296-47C1-AF6F-C81EB14086D4}">
      <dgm:prSet/>
      <dgm:spPr/>
      <dgm:t>
        <a:bodyPr/>
        <a:lstStyle/>
        <a:p>
          <a:r>
            <a:rPr lang="en-US"/>
            <a:t>Simulations</a:t>
          </a:r>
        </a:p>
      </dgm:t>
    </dgm:pt>
    <dgm:pt modelId="{8CC74B70-F647-4E3E-AC5C-A79A89D52FA4}" type="parTrans" cxnId="{13DDFE62-AB38-4FE3-A56B-6FDA4F80038C}">
      <dgm:prSet/>
      <dgm:spPr/>
      <dgm:t>
        <a:bodyPr/>
        <a:lstStyle/>
        <a:p>
          <a:endParaRPr lang="en-US"/>
        </a:p>
      </dgm:t>
    </dgm:pt>
    <dgm:pt modelId="{067FA284-AE54-4682-9FBE-AB8D6D620F39}" type="sibTrans" cxnId="{13DDFE62-AB38-4FE3-A56B-6FDA4F80038C}">
      <dgm:prSet/>
      <dgm:spPr/>
      <dgm:t>
        <a:bodyPr/>
        <a:lstStyle/>
        <a:p>
          <a:endParaRPr lang="en-US"/>
        </a:p>
      </dgm:t>
    </dgm:pt>
    <dgm:pt modelId="{4114CDE6-375B-4A69-81F0-9466532409D7}">
      <dgm:prSet/>
      <dgm:spPr/>
      <dgm:t>
        <a:bodyPr/>
        <a:lstStyle/>
        <a:p>
          <a:r>
            <a:rPr lang="en-US"/>
            <a:t>Logs</a:t>
          </a:r>
        </a:p>
      </dgm:t>
    </dgm:pt>
    <dgm:pt modelId="{3D8E2346-2784-4090-8F21-38CC4FEB34D6}" type="parTrans" cxnId="{E3512602-EA3C-4563-B745-0AF194E9E935}">
      <dgm:prSet/>
      <dgm:spPr/>
      <dgm:t>
        <a:bodyPr/>
        <a:lstStyle/>
        <a:p>
          <a:endParaRPr lang="en-US"/>
        </a:p>
      </dgm:t>
    </dgm:pt>
    <dgm:pt modelId="{62E9989D-7940-448E-B359-C4B9EBCFC227}" type="sibTrans" cxnId="{E3512602-EA3C-4563-B745-0AF194E9E935}">
      <dgm:prSet/>
      <dgm:spPr/>
      <dgm:t>
        <a:bodyPr/>
        <a:lstStyle/>
        <a:p>
          <a:endParaRPr lang="en-US"/>
        </a:p>
      </dgm:t>
    </dgm:pt>
    <dgm:pt modelId="{12B808B0-CFF0-4B91-8DC8-43167ED491ED}">
      <dgm:prSet/>
      <dgm:spPr/>
      <dgm:t>
        <a:bodyPr/>
        <a:lstStyle/>
        <a:p>
          <a:r>
            <a:rPr lang="en-US"/>
            <a:t>POA</a:t>
          </a:r>
        </a:p>
      </dgm:t>
    </dgm:pt>
    <dgm:pt modelId="{6180BB73-A809-452F-A18B-608957D3F1A0}" type="parTrans" cxnId="{7E3322A0-5BD8-48B3-AA9C-9F18AB5341E7}">
      <dgm:prSet/>
      <dgm:spPr/>
      <dgm:t>
        <a:bodyPr/>
        <a:lstStyle/>
        <a:p>
          <a:endParaRPr lang="en-US"/>
        </a:p>
      </dgm:t>
    </dgm:pt>
    <dgm:pt modelId="{E998935D-C62A-40B3-8E23-8C768CA7E75E}" type="sibTrans" cxnId="{7E3322A0-5BD8-48B3-AA9C-9F18AB5341E7}">
      <dgm:prSet/>
      <dgm:spPr/>
      <dgm:t>
        <a:bodyPr/>
        <a:lstStyle/>
        <a:p>
          <a:endParaRPr lang="en-US"/>
        </a:p>
      </dgm:t>
    </dgm:pt>
    <dgm:pt modelId="{D811FAE4-957E-4129-845F-0B3404285A73}">
      <dgm:prSet/>
      <dgm:spPr/>
      <dgm:t>
        <a:bodyPr/>
        <a:lstStyle/>
        <a:p>
          <a:r>
            <a:rPr lang="en-US"/>
            <a:t>Software troubleshooting</a:t>
          </a:r>
        </a:p>
      </dgm:t>
    </dgm:pt>
    <dgm:pt modelId="{9283B0A7-8CA8-4F51-B26A-35151CE39D63}" type="parTrans" cxnId="{F8DD72C7-5A51-4244-AEBE-43512691A24D}">
      <dgm:prSet/>
      <dgm:spPr/>
      <dgm:t>
        <a:bodyPr/>
        <a:lstStyle/>
        <a:p>
          <a:endParaRPr lang="en-US"/>
        </a:p>
      </dgm:t>
    </dgm:pt>
    <dgm:pt modelId="{345F6F6B-38E6-4231-9E0D-492014F4BA31}" type="sibTrans" cxnId="{F8DD72C7-5A51-4244-AEBE-43512691A24D}">
      <dgm:prSet/>
      <dgm:spPr/>
      <dgm:t>
        <a:bodyPr/>
        <a:lstStyle/>
        <a:p>
          <a:endParaRPr lang="en-US"/>
        </a:p>
      </dgm:t>
    </dgm:pt>
    <dgm:pt modelId="{9399BDF7-0DE3-47E0-9D9C-4D6802EEC248}" type="pres">
      <dgm:prSet presAssocID="{72E093A9-2467-4DCB-8D90-740200624A5A}" presName="linear" presStyleCnt="0">
        <dgm:presLayoutVars>
          <dgm:animLvl val="lvl"/>
          <dgm:resizeHandles val="exact"/>
        </dgm:presLayoutVars>
      </dgm:prSet>
      <dgm:spPr/>
    </dgm:pt>
    <dgm:pt modelId="{EA623DA7-BF98-41FB-A942-0156FA0BC39B}" type="pres">
      <dgm:prSet presAssocID="{D176868A-1160-4694-A254-388AB1A4AC1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784B353-7BB4-48C9-B8BB-2BD7114D1F2F}" type="pres">
      <dgm:prSet presAssocID="{751E0F86-D8FA-4DF2-9606-F46EAD89A28C}" presName="spacer" presStyleCnt="0"/>
      <dgm:spPr/>
    </dgm:pt>
    <dgm:pt modelId="{96F08781-C550-4C75-A7F7-2CE33BE094ED}" type="pres">
      <dgm:prSet presAssocID="{4442B3AB-4FB9-424F-912A-CC222049744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86245CE-2955-4903-9346-40A276C3DD33}" type="pres">
      <dgm:prSet presAssocID="{BAFD0675-C592-4FF9-9B56-B6DC93FAF781}" presName="spacer" presStyleCnt="0"/>
      <dgm:spPr/>
    </dgm:pt>
    <dgm:pt modelId="{C1ED49B7-87AB-4F02-BBE7-C4B787B94DF0}" type="pres">
      <dgm:prSet presAssocID="{90BAE593-0296-47C1-AF6F-C81EB14086D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F061D5E-4FAD-409A-8235-FFF77A630C49}" type="pres">
      <dgm:prSet presAssocID="{067FA284-AE54-4682-9FBE-AB8D6D620F39}" presName="spacer" presStyleCnt="0"/>
      <dgm:spPr/>
    </dgm:pt>
    <dgm:pt modelId="{ACB30DFE-9380-4C6F-B08E-6CA668D4382B}" type="pres">
      <dgm:prSet presAssocID="{4114CDE6-375B-4A69-81F0-9466532409D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C7BA21-B1C1-425F-BDB9-13DA5C84CD57}" type="pres">
      <dgm:prSet presAssocID="{62E9989D-7940-448E-B359-C4B9EBCFC227}" presName="spacer" presStyleCnt="0"/>
      <dgm:spPr/>
    </dgm:pt>
    <dgm:pt modelId="{0A0416AA-BA44-46C4-BCB2-E0B31BC815ED}" type="pres">
      <dgm:prSet presAssocID="{12B808B0-CFF0-4B91-8DC8-43167ED491E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57CF0ED-3A49-4E2E-A543-FF4841F27A53}" type="pres">
      <dgm:prSet presAssocID="{E998935D-C62A-40B3-8E23-8C768CA7E75E}" presName="spacer" presStyleCnt="0"/>
      <dgm:spPr/>
    </dgm:pt>
    <dgm:pt modelId="{F754FF00-7BDE-48BE-87B5-676C2FCF070B}" type="pres">
      <dgm:prSet presAssocID="{D811FAE4-957E-4129-845F-0B3404285A7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3512602-EA3C-4563-B745-0AF194E9E935}" srcId="{72E093A9-2467-4DCB-8D90-740200624A5A}" destId="{4114CDE6-375B-4A69-81F0-9466532409D7}" srcOrd="3" destOrd="0" parTransId="{3D8E2346-2784-4090-8F21-38CC4FEB34D6}" sibTransId="{62E9989D-7940-448E-B359-C4B9EBCFC227}"/>
    <dgm:cxn modelId="{EBDF0423-D3A7-4239-9C2C-25592D877735}" type="presOf" srcId="{4114CDE6-375B-4A69-81F0-9466532409D7}" destId="{ACB30DFE-9380-4C6F-B08E-6CA668D4382B}" srcOrd="0" destOrd="0" presId="urn:microsoft.com/office/officeart/2005/8/layout/vList2"/>
    <dgm:cxn modelId="{B38BA62F-91F3-4EFA-8EE6-6123116D35AD}" srcId="{72E093A9-2467-4DCB-8D90-740200624A5A}" destId="{D176868A-1160-4694-A254-388AB1A4AC14}" srcOrd="0" destOrd="0" parTransId="{A265BA78-4456-4A9A-A59A-5AFC7172BDD3}" sibTransId="{751E0F86-D8FA-4DF2-9606-F46EAD89A28C}"/>
    <dgm:cxn modelId="{13DDFE62-AB38-4FE3-A56B-6FDA4F80038C}" srcId="{72E093A9-2467-4DCB-8D90-740200624A5A}" destId="{90BAE593-0296-47C1-AF6F-C81EB14086D4}" srcOrd="2" destOrd="0" parTransId="{8CC74B70-F647-4E3E-AC5C-A79A89D52FA4}" sibTransId="{067FA284-AE54-4682-9FBE-AB8D6D620F39}"/>
    <dgm:cxn modelId="{9952CE6B-2465-43B2-8FFF-B8D84FB8A2AF}" type="presOf" srcId="{90BAE593-0296-47C1-AF6F-C81EB14086D4}" destId="{C1ED49B7-87AB-4F02-BBE7-C4B787B94DF0}" srcOrd="0" destOrd="0" presId="urn:microsoft.com/office/officeart/2005/8/layout/vList2"/>
    <dgm:cxn modelId="{9EED376E-FB27-468F-BC6C-D3342D87450D}" type="presOf" srcId="{72E093A9-2467-4DCB-8D90-740200624A5A}" destId="{9399BDF7-0DE3-47E0-9D9C-4D6802EEC248}" srcOrd="0" destOrd="0" presId="urn:microsoft.com/office/officeart/2005/8/layout/vList2"/>
    <dgm:cxn modelId="{1268F14F-FD9B-4E8B-961B-8989E3171B60}" type="presOf" srcId="{12B808B0-CFF0-4B91-8DC8-43167ED491ED}" destId="{0A0416AA-BA44-46C4-BCB2-E0B31BC815ED}" srcOrd="0" destOrd="0" presId="urn:microsoft.com/office/officeart/2005/8/layout/vList2"/>
    <dgm:cxn modelId="{7E6FFD94-4E60-48AB-A376-54681AC586AF}" srcId="{72E093A9-2467-4DCB-8D90-740200624A5A}" destId="{4442B3AB-4FB9-424F-912A-CC2220497443}" srcOrd="1" destOrd="0" parTransId="{00672488-5928-4DDE-BACD-1097C90A2D38}" sibTransId="{BAFD0675-C592-4FF9-9B56-B6DC93FAF781}"/>
    <dgm:cxn modelId="{655AD499-330D-4F3F-BD69-052EDCB4EFE6}" type="presOf" srcId="{D811FAE4-957E-4129-845F-0B3404285A73}" destId="{F754FF00-7BDE-48BE-87B5-676C2FCF070B}" srcOrd="0" destOrd="0" presId="urn:microsoft.com/office/officeart/2005/8/layout/vList2"/>
    <dgm:cxn modelId="{7E3322A0-5BD8-48B3-AA9C-9F18AB5341E7}" srcId="{72E093A9-2467-4DCB-8D90-740200624A5A}" destId="{12B808B0-CFF0-4B91-8DC8-43167ED491ED}" srcOrd="4" destOrd="0" parTransId="{6180BB73-A809-452F-A18B-608957D3F1A0}" sibTransId="{E998935D-C62A-40B3-8E23-8C768CA7E75E}"/>
    <dgm:cxn modelId="{F8DD72C7-5A51-4244-AEBE-43512691A24D}" srcId="{72E093A9-2467-4DCB-8D90-740200624A5A}" destId="{D811FAE4-957E-4129-845F-0B3404285A73}" srcOrd="5" destOrd="0" parTransId="{9283B0A7-8CA8-4F51-B26A-35151CE39D63}" sibTransId="{345F6F6B-38E6-4231-9E0D-492014F4BA31}"/>
    <dgm:cxn modelId="{F52ABAEB-EBA0-489A-B6FE-8989FF13EACD}" type="presOf" srcId="{D176868A-1160-4694-A254-388AB1A4AC14}" destId="{EA623DA7-BF98-41FB-A942-0156FA0BC39B}" srcOrd="0" destOrd="0" presId="urn:microsoft.com/office/officeart/2005/8/layout/vList2"/>
    <dgm:cxn modelId="{4FCA36FE-58F6-40AD-BEF9-4EBD8A2A6C3C}" type="presOf" srcId="{4442B3AB-4FB9-424F-912A-CC2220497443}" destId="{96F08781-C550-4C75-A7F7-2CE33BE094ED}" srcOrd="0" destOrd="0" presId="urn:microsoft.com/office/officeart/2005/8/layout/vList2"/>
    <dgm:cxn modelId="{E7B026D4-E400-4084-B499-5D3220DD51E1}" type="presParOf" srcId="{9399BDF7-0DE3-47E0-9D9C-4D6802EEC248}" destId="{EA623DA7-BF98-41FB-A942-0156FA0BC39B}" srcOrd="0" destOrd="0" presId="urn:microsoft.com/office/officeart/2005/8/layout/vList2"/>
    <dgm:cxn modelId="{5585F7DA-B847-4B1D-942C-FECD5CA39C77}" type="presParOf" srcId="{9399BDF7-0DE3-47E0-9D9C-4D6802EEC248}" destId="{2784B353-7BB4-48C9-B8BB-2BD7114D1F2F}" srcOrd="1" destOrd="0" presId="urn:microsoft.com/office/officeart/2005/8/layout/vList2"/>
    <dgm:cxn modelId="{62BD5110-2FB0-4FE4-8878-B379A165065F}" type="presParOf" srcId="{9399BDF7-0DE3-47E0-9D9C-4D6802EEC248}" destId="{96F08781-C550-4C75-A7F7-2CE33BE094ED}" srcOrd="2" destOrd="0" presId="urn:microsoft.com/office/officeart/2005/8/layout/vList2"/>
    <dgm:cxn modelId="{BCACE37C-6A8D-4155-8F6E-FB11EAE4C880}" type="presParOf" srcId="{9399BDF7-0DE3-47E0-9D9C-4D6802EEC248}" destId="{E86245CE-2955-4903-9346-40A276C3DD33}" srcOrd="3" destOrd="0" presId="urn:microsoft.com/office/officeart/2005/8/layout/vList2"/>
    <dgm:cxn modelId="{41B2941B-47B3-4D1A-8C80-FC6BF81A894D}" type="presParOf" srcId="{9399BDF7-0DE3-47E0-9D9C-4D6802EEC248}" destId="{C1ED49B7-87AB-4F02-BBE7-C4B787B94DF0}" srcOrd="4" destOrd="0" presId="urn:microsoft.com/office/officeart/2005/8/layout/vList2"/>
    <dgm:cxn modelId="{80A8A1B5-0015-42C9-AC58-8D849E366B13}" type="presParOf" srcId="{9399BDF7-0DE3-47E0-9D9C-4D6802EEC248}" destId="{7F061D5E-4FAD-409A-8235-FFF77A630C49}" srcOrd="5" destOrd="0" presId="urn:microsoft.com/office/officeart/2005/8/layout/vList2"/>
    <dgm:cxn modelId="{9D3A7AD6-C7A3-465E-9808-9CBD6D19F7D8}" type="presParOf" srcId="{9399BDF7-0DE3-47E0-9D9C-4D6802EEC248}" destId="{ACB30DFE-9380-4C6F-B08E-6CA668D4382B}" srcOrd="6" destOrd="0" presId="urn:microsoft.com/office/officeart/2005/8/layout/vList2"/>
    <dgm:cxn modelId="{34968C61-6FEC-4FF6-98A9-53D90FD52E05}" type="presParOf" srcId="{9399BDF7-0DE3-47E0-9D9C-4D6802EEC248}" destId="{96C7BA21-B1C1-425F-BDB9-13DA5C84CD57}" srcOrd="7" destOrd="0" presId="urn:microsoft.com/office/officeart/2005/8/layout/vList2"/>
    <dgm:cxn modelId="{C23C9CDC-03E0-4908-90EA-7EB77CC86873}" type="presParOf" srcId="{9399BDF7-0DE3-47E0-9D9C-4D6802EEC248}" destId="{0A0416AA-BA44-46C4-BCB2-E0B31BC815ED}" srcOrd="8" destOrd="0" presId="urn:microsoft.com/office/officeart/2005/8/layout/vList2"/>
    <dgm:cxn modelId="{37F35672-75A1-41D1-9D3F-69F61F9F5705}" type="presParOf" srcId="{9399BDF7-0DE3-47E0-9D9C-4D6802EEC248}" destId="{A57CF0ED-3A49-4E2E-A543-FF4841F27A53}" srcOrd="9" destOrd="0" presId="urn:microsoft.com/office/officeart/2005/8/layout/vList2"/>
    <dgm:cxn modelId="{B8162880-8CC2-486B-8E7D-AB1D37DB6149}" type="presParOf" srcId="{9399BDF7-0DE3-47E0-9D9C-4D6802EEC248}" destId="{F754FF00-7BDE-48BE-87B5-676C2FCF070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87C6E-1BDF-48AD-AB06-F41883F213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8E90A4-E158-4402-83A6-EF76FDA94B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output current, how much does it matter for now?</a:t>
          </a:r>
        </a:p>
      </dgm:t>
    </dgm:pt>
    <dgm:pt modelId="{E438D46D-09C5-4CB5-98C8-0A2BD4F24E61}" type="parTrans" cxnId="{40BC193A-F03C-4628-B655-2D1625A65627}">
      <dgm:prSet/>
      <dgm:spPr/>
      <dgm:t>
        <a:bodyPr/>
        <a:lstStyle/>
        <a:p>
          <a:endParaRPr lang="en-US"/>
        </a:p>
      </dgm:t>
    </dgm:pt>
    <dgm:pt modelId="{1C3A9027-7459-48D2-ADF6-37FAC88EED5F}" type="sibTrans" cxnId="{40BC193A-F03C-4628-B655-2D1625A65627}">
      <dgm:prSet/>
      <dgm:spPr/>
      <dgm:t>
        <a:bodyPr/>
        <a:lstStyle/>
        <a:p>
          <a:endParaRPr lang="en-US"/>
        </a:p>
      </dgm:t>
    </dgm:pt>
    <dgm:pt modelId="{71901E91-1C31-46D3-B4F0-6B851D58CB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I2C problem!</a:t>
          </a:r>
        </a:p>
      </dgm:t>
    </dgm:pt>
    <dgm:pt modelId="{B512A563-DA82-49D2-8DC6-B53AD9AF6EC1}" type="parTrans" cxnId="{1CF559A0-A12A-469D-ACD0-774E7E312AEC}">
      <dgm:prSet/>
      <dgm:spPr/>
      <dgm:t>
        <a:bodyPr/>
        <a:lstStyle/>
        <a:p>
          <a:endParaRPr lang="en-US"/>
        </a:p>
      </dgm:t>
    </dgm:pt>
    <dgm:pt modelId="{4B167ABB-5073-4BC3-A416-A445C7F91F94}" type="sibTrans" cxnId="{1CF559A0-A12A-469D-ACD0-774E7E312AEC}">
      <dgm:prSet/>
      <dgm:spPr/>
      <dgm:t>
        <a:bodyPr/>
        <a:lstStyle/>
        <a:p>
          <a:endParaRPr lang="en-US"/>
        </a:p>
      </dgm:t>
    </dgm:pt>
    <dgm:pt modelId="{0AB0DCBC-EB53-46DC-932E-39B6A8303F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upcoming events?</a:t>
          </a:r>
        </a:p>
      </dgm:t>
    </dgm:pt>
    <dgm:pt modelId="{68A6164D-F1FA-46DE-AFA1-9A14D18CFC6F}" type="parTrans" cxnId="{FB3D8712-2E5A-49E6-B0A3-E77E81B84B56}">
      <dgm:prSet/>
      <dgm:spPr/>
      <dgm:t>
        <a:bodyPr/>
        <a:lstStyle/>
        <a:p>
          <a:endParaRPr lang="en-US"/>
        </a:p>
      </dgm:t>
    </dgm:pt>
    <dgm:pt modelId="{1D9E4CE4-CB44-438E-90BA-36B8CA1D3E86}" type="sibTrans" cxnId="{FB3D8712-2E5A-49E6-B0A3-E77E81B84B56}">
      <dgm:prSet/>
      <dgm:spPr/>
      <dgm:t>
        <a:bodyPr/>
        <a:lstStyle/>
        <a:p>
          <a:endParaRPr lang="en-US"/>
        </a:p>
      </dgm:t>
    </dgm:pt>
    <dgm:pt modelId="{C52CB565-2AA1-4DC8-9873-24CAE28F6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Capacitor close to LT3080 (see schematic, next page)</a:t>
          </a:r>
        </a:p>
      </dgm:t>
    </dgm:pt>
    <dgm:pt modelId="{2F24127C-8CDD-4242-BC92-2EEC62C6B154}" type="parTrans" cxnId="{E5B99A0A-1128-49D0-B696-B59350948057}">
      <dgm:prSet/>
      <dgm:spPr/>
      <dgm:t>
        <a:bodyPr/>
        <a:lstStyle/>
        <a:p>
          <a:endParaRPr lang="en-US"/>
        </a:p>
      </dgm:t>
    </dgm:pt>
    <dgm:pt modelId="{2FE8435E-CFC8-4EA7-84A8-3FE43D6B9805}" type="sibTrans" cxnId="{E5B99A0A-1128-49D0-B696-B59350948057}">
      <dgm:prSet/>
      <dgm:spPr/>
      <dgm:t>
        <a:bodyPr/>
        <a:lstStyle/>
        <a:p>
          <a:endParaRPr lang="en-US"/>
        </a:p>
      </dgm:t>
    </dgm:pt>
    <dgm:pt modelId="{A0A830F3-C276-4EEE-BFF4-97278F001637}" type="pres">
      <dgm:prSet presAssocID="{D8D87C6E-1BDF-48AD-AB06-F41883F213BF}" presName="root" presStyleCnt="0">
        <dgm:presLayoutVars>
          <dgm:dir/>
          <dgm:resizeHandles val="exact"/>
        </dgm:presLayoutVars>
      </dgm:prSet>
      <dgm:spPr/>
    </dgm:pt>
    <dgm:pt modelId="{C0A37BF4-93CC-4F09-B221-F19666443EAC}" type="pres">
      <dgm:prSet presAssocID="{468E90A4-E158-4402-83A6-EF76FDA94B07}" presName="compNode" presStyleCnt="0"/>
      <dgm:spPr/>
    </dgm:pt>
    <dgm:pt modelId="{9CE11B3F-38A8-41D7-A861-AE1232A1236A}" type="pres">
      <dgm:prSet presAssocID="{468E90A4-E158-4402-83A6-EF76FDA94B07}" presName="bgRect" presStyleLbl="bgShp" presStyleIdx="0" presStyleCnt="4"/>
      <dgm:spPr/>
    </dgm:pt>
    <dgm:pt modelId="{3EA9B6A5-1DC9-4953-AB65-EDA6F6E07838}" type="pres">
      <dgm:prSet presAssocID="{468E90A4-E158-4402-83A6-EF76FDA94B0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779389E-D266-45E8-ACE5-F0BB47E2CA26}" type="pres">
      <dgm:prSet presAssocID="{468E90A4-E158-4402-83A6-EF76FDA94B07}" presName="spaceRect" presStyleCnt="0"/>
      <dgm:spPr/>
    </dgm:pt>
    <dgm:pt modelId="{407968B8-00FE-4987-B6AE-24E30D55248E}" type="pres">
      <dgm:prSet presAssocID="{468E90A4-E158-4402-83A6-EF76FDA94B07}" presName="parTx" presStyleLbl="revTx" presStyleIdx="0" presStyleCnt="4">
        <dgm:presLayoutVars>
          <dgm:chMax val="0"/>
          <dgm:chPref val="0"/>
        </dgm:presLayoutVars>
      </dgm:prSet>
      <dgm:spPr/>
    </dgm:pt>
    <dgm:pt modelId="{8297B328-C012-488C-8918-0CF14CD0CC6C}" type="pres">
      <dgm:prSet presAssocID="{1C3A9027-7459-48D2-ADF6-37FAC88EED5F}" presName="sibTrans" presStyleCnt="0"/>
      <dgm:spPr/>
    </dgm:pt>
    <dgm:pt modelId="{16D173D8-8300-459E-8E59-D1A679CD4346}" type="pres">
      <dgm:prSet presAssocID="{71901E91-1C31-46D3-B4F0-6B851D58CB44}" presName="compNode" presStyleCnt="0"/>
      <dgm:spPr/>
    </dgm:pt>
    <dgm:pt modelId="{8E4D9A82-62B8-4718-936D-321397DF0643}" type="pres">
      <dgm:prSet presAssocID="{71901E91-1C31-46D3-B4F0-6B851D58CB44}" presName="bgRect" presStyleLbl="bgShp" presStyleIdx="1" presStyleCnt="4"/>
      <dgm:spPr/>
    </dgm:pt>
    <dgm:pt modelId="{BD8A697C-2D66-4901-B713-D487F5AE9131}" type="pres">
      <dgm:prSet presAssocID="{71901E91-1C31-46D3-B4F0-6B851D58CB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0EFC72CB-DCA8-426A-9BE6-6E5329A537A1}" type="pres">
      <dgm:prSet presAssocID="{71901E91-1C31-46D3-B4F0-6B851D58CB44}" presName="spaceRect" presStyleCnt="0"/>
      <dgm:spPr/>
    </dgm:pt>
    <dgm:pt modelId="{13404E18-DE80-4AD8-B7B7-DE581B4E828F}" type="pres">
      <dgm:prSet presAssocID="{71901E91-1C31-46D3-B4F0-6B851D58CB44}" presName="parTx" presStyleLbl="revTx" presStyleIdx="1" presStyleCnt="4">
        <dgm:presLayoutVars>
          <dgm:chMax val="0"/>
          <dgm:chPref val="0"/>
        </dgm:presLayoutVars>
      </dgm:prSet>
      <dgm:spPr/>
    </dgm:pt>
    <dgm:pt modelId="{FCA11FE3-16C6-4825-90F4-2B21EB50429C}" type="pres">
      <dgm:prSet presAssocID="{4B167ABB-5073-4BC3-A416-A445C7F91F94}" presName="sibTrans" presStyleCnt="0"/>
      <dgm:spPr/>
    </dgm:pt>
    <dgm:pt modelId="{E637DF14-ADC7-4EF6-8421-A45820D9E907}" type="pres">
      <dgm:prSet presAssocID="{0AB0DCBC-EB53-46DC-932E-39B6A8303FE6}" presName="compNode" presStyleCnt="0"/>
      <dgm:spPr/>
    </dgm:pt>
    <dgm:pt modelId="{BD13AC57-AD39-48F9-B63D-E9336961B515}" type="pres">
      <dgm:prSet presAssocID="{0AB0DCBC-EB53-46DC-932E-39B6A8303FE6}" presName="bgRect" presStyleLbl="bgShp" presStyleIdx="2" presStyleCnt="4"/>
      <dgm:spPr/>
    </dgm:pt>
    <dgm:pt modelId="{F1688FBD-0FA6-45E4-88BA-7B6172331F3B}" type="pres">
      <dgm:prSet presAssocID="{0AB0DCBC-EB53-46DC-932E-39B6A8303F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459DAB91-0D8D-4141-A46F-C1449047423E}" type="pres">
      <dgm:prSet presAssocID="{0AB0DCBC-EB53-46DC-932E-39B6A8303FE6}" presName="spaceRect" presStyleCnt="0"/>
      <dgm:spPr/>
    </dgm:pt>
    <dgm:pt modelId="{36F7ED76-205D-4277-AA69-1B2C2B386B89}" type="pres">
      <dgm:prSet presAssocID="{0AB0DCBC-EB53-46DC-932E-39B6A8303FE6}" presName="parTx" presStyleLbl="revTx" presStyleIdx="2" presStyleCnt="4">
        <dgm:presLayoutVars>
          <dgm:chMax val="0"/>
          <dgm:chPref val="0"/>
        </dgm:presLayoutVars>
      </dgm:prSet>
      <dgm:spPr/>
    </dgm:pt>
    <dgm:pt modelId="{BFE0B768-282B-4B42-A10B-8965A3EE05F1}" type="pres">
      <dgm:prSet presAssocID="{1D9E4CE4-CB44-438E-90BA-36B8CA1D3E86}" presName="sibTrans" presStyleCnt="0"/>
      <dgm:spPr/>
    </dgm:pt>
    <dgm:pt modelId="{B1C883B1-59F8-46EA-A5AC-5EE2AC96A03B}" type="pres">
      <dgm:prSet presAssocID="{C52CB565-2AA1-4DC8-9873-24CAE28F61FE}" presName="compNode" presStyleCnt="0"/>
      <dgm:spPr/>
    </dgm:pt>
    <dgm:pt modelId="{3DC2D702-050B-4A82-BA1D-1C655F6A6EA0}" type="pres">
      <dgm:prSet presAssocID="{C52CB565-2AA1-4DC8-9873-24CAE28F61FE}" presName="bgRect" presStyleLbl="bgShp" presStyleIdx="3" presStyleCnt="4"/>
      <dgm:spPr/>
    </dgm:pt>
    <dgm:pt modelId="{7AB697E8-2428-42AA-A21A-F1F936F119B6}" type="pres">
      <dgm:prSet presAssocID="{C52CB565-2AA1-4DC8-9873-24CAE28F61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CAD1774-84C7-4506-BDD7-F57454C3ADEC}" type="pres">
      <dgm:prSet presAssocID="{C52CB565-2AA1-4DC8-9873-24CAE28F61FE}" presName="spaceRect" presStyleCnt="0"/>
      <dgm:spPr/>
    </dgm:pt>
    <dgm:pt modelId="{D7D69C13-10A9-4571-8899-4FC3F37A480F}" type="pres">
      <dgm:prSet presAssocID="{C52CB565-2AA1-4DC8-9873-24CAE28F61F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B99A0A-1128-49D0-B696-B59350948057}" srcId="{D8D87C6E-1BDF-48AD-AB06-F41883F213BF}" destId="{C52CB565-2AA1-4DC8-9873-24CAE28F61FE}" srcOrd="3" destOrd="0" parTransId="{2F24127C-8CDD-4242-BC92-2EEC62C6B154}" sibTransId="{2FE8435E-CFC8-4EA7-84A8-3FE43D6B9805}"/>
    <dgm:cxn modelId="{FB3D8712-2E5A-49E6-B0A3-E77E81B84B56}" srcId="{D8D87C6E-1BDF-48AD-AB06-F41883F213BF}" destId="{0AB0DCBC-EB53-46DC-932E-39B6A8303FE6}" srcOrd="2" destOrd="0" parTransId="{68A6164D-F1FA-46DE-AFA1-9A14D18CFC6F}" sibTransId="{1D9E4CE4-CB44-438E-90BA-36B8CA1D3E86}"/>
    <dgm:cxn modelId="{40BC193A-F03C-4628-B655-2D1625A65627}" srcId="{D8D87C6E-1BDF-48AD-AB06-F41883F213BF}" destId="{468E90A4-E158-4402-83A6-EF76FDA94B07}" srcOrd="0" destOrd="0" parTransId="{E438D46D-09C5-4CB5-98C8-0A2BD4F24E61}" sibTransId="{1C3A9027-7459-48D2-ADF6-37FAC88EED5F}"/>
    <dgm:cxn modelId="{170ED450-1F5B-436F-86AB-8F5847899650}" type="presOf" srcId="{C52CB565-2AA1-4DC8-9873-24CAE28F61FE}" destId="{D7D69C13-10A9-4571-8899-4FC3F37A480F}" srcOrd="0" destOrd="0" presId="urn:microsoft.com/office/officeart/2018/2/layout/IconVerticalSolidList"/>
    <dgm:cxn modelId="{FACD5179-82BA-41DD-8CFF-8F18A656F537}" type="presOf" srcId="{D8D87C6E-1BDF-48AD-AB06-F41883F213BF}" destId="{A0A830F3-C276-4EEE-BFF4-97278F001637}" srcOrd="0" destOrd="0" presId="urn:microsoft.com/office/officeart/2018/2/layout/IconVerticalSolidList"/>
    <dgm:cxn modelId="{10E7C282-DEF2-422E-A2D7-9380246AF125}" type="presOf" srcId="{468E90A4-E158-4402-83A6-EF76FDA94B07}" destId="{407968B8-00FE-4987-B6AE-24E30D55248E}" srcOrd="0" destOrd="0" presId="urn:microsoft.com/office/officeart/2018/2/layout/IconVerticalSolidList"/>
    <dgm:cxn modelId="{1CF559A0-A12A-469D-ACD0-774E7E312AEC}" srcId="{D8D87C6E-1BDF-48AD-AB06-F41883F213BF}" destId="{71901E91-1C31-46D3-B4F0-6B851D58CB44}" srcOrd="1" destOrd="0" parTransId="{B512A563-DA82-49D2-8DC6-B53AD9AF6EC1}" sibTransId="{4B167ABB-5073-4BC3-A416-A445C7F91F94}"/>
    <dgm:cxn modelId="{7D6902C7-F461-4BBE-AE28-64D3FB01AE02}" type="presOf" srcId="{71901E91-1C31-46D3-B4F0-6B851D58CB44}" destId="{13404E18-DE80-4AD8-B7B7-DE581B4E828F}" srcOrd="0" destOrd="0" presId="urn:microsoft.com/office/officeart/2018/2/layout/IconVerticalSolidList"/>
    <dgm:cxn modelId="{1ED288F1-6008-4BD5-A644-C28D24AF32E6}" type="presOf" srcId="{0AB0DCBC-EB53-46DC-932E-39B6A8303FE6}" destId="{36F7ED76-205D-4277-AA69-1B2C2B386B89}" srcOrd="0" destOrd="0" presId="urn:microsoft.com/office/officeart/2018/2/layout/IconVerticalSolidList"/>
    <dgm:cxn modelId="{BEA32EA4-6A73-487A-B94F-2AEA62802B63}" type="presParOf" srcId="{A0A830F3-C276-4EEE-BFF4-97278F001637}" destId="{C0A37BF4-93CC-4F09-B221-F19666443EAC}" srcOrd="0" destOrd="0" presId="urn:microsoft.com/office/officeart/2018/2/layout/IconVerticalSolidList"/>
    <dgm:cxn modelId="{6013EE62-F8AB-4C49-85F8-7A8C02094CF2}" type="presParOf" srcId="{C0A37BF4-93CC-4F09-B221-F19666443EAC}" destId="{9CE11B3F-38A8-41D7-A861-AE1232A1236A}" srcOrd="0" destOrd="0" presId="urn:microsoft.com/office/officeart/2018/2/layout/IconVerticalSolidList"/>
    <dgm:cxn modelId="{F8542D7D-5BC0-4719-8148-46D7565CC5B7}" type="presParOf" srcId="{C0A37BF4-93CC-4F09-B221-F19666443EAC}" destId="{3EA9B6A5-1DC9-4953-AB65-EDA6F6E07838}" srcOrd="1" destOrd="0" presId="urn:microsoft.com/office/officeart/2018/2/layout/IconVerticalSolidList"/>
    <dgm:cxn modelId="{72E8299E-D025-4A89-9F62-F878676E05E7}" type="presParOf" srcId="{C0A37BF4-93CC-4F09-B221-F19666443EAC}" destId="{4779389E-D266-45E8-ACE5-F0BB47E2CA26}" srcOrd="2" destOrd="0" presId="urn:microsoft.com/office/officeart/2018/2/layout/IconVerticalSolidList"/>
    <dgm:cxn modelId="{27075BDF-33AF-418A-AE9E-5C719597F53F}" type="presParOf" srcId="{C0A37BF4-93CC-4F09-B221-F19666443EAC}" destId="{407968B8-00FE-4987-B6AE-24E30D55248E}" srcOrd="3" destOrd="0" presId="urn:microsoft.com/office/officeart/2018/2/layout/IconVerticalSolidList"/>
    <dgm:cxn modelId="{610D7436-2E66-41A8-99BF-362ECFA75A2F}" type="presParOf" srcId="{A0A830F3-C276-4EEE-BFF4-97278F001637}" destId="{8297B328-C012-488C-8918-0CF14CD0CC6C}" srcOrd="1" destOrd="0" presId="urn:microsoft.com/office/officeart/2018/2/layout/IconVerticalSolidList"/>
    <dgm:cxn modelId="{9BCC7A21-6E90-49F5-BB8F-05F689D11BDD}" type="presParOf" srcId="{A0A830F3-C276-4EEE-BFF4-97278F001637}" destId="{16D173D8-8300-459E-8E59-D1A679CD4346}" srcOrd="2" destOrd="0" presId="urn:microsoft.com/office/officeart/2018/2/layout/IconVerticalSolidList"/>
    <dgm:cxn modelId="{27FC1ABA-C08E-4ADB-8D63-4B8469155F3E}" type="presParOf" srcId="{16D173D8-8300-459E-8E59-D1A679CD4346}" destId="{8E4D9A82-62B8-4718-936D-321397DF0643}" srcOrd="0" destOrd="0" presId="urn:microsoft.com/office/officeart/2018/2/layout/IconVerticalSolidList"/>
    <dgm:cxn modelId="{3DEB8ABB-91FA-4EE9-BE32-AB3FBE621A7C}" type="presParOf" srcId="{16D173D8-8300-459E-8E59-D1A679CD4346}" destId="{BD8A697C-2D66-4901-B713-D487F5AE9131}" srcOrd="1" destOrd="0" presId="urn:microsoft.com/office/officeart/2018/2/layout/IconVerticalSolidList"/>
    <dgm:cxn modelId="{45B77928-AE4C-4D0A-B801-190B964FE3E0}" type="presParOf" srcId="{16D173D8-8300-459E-8E59-D1A679CD4346}" destId="{0EFC72CB-DCA8-426A-9BE6-6E5329A537A1}" srcOrd="2" destOrd="0" presId="urn:microsoft.com/office/officeart/2018/2/layout/IconVerticalSolidList"/>
    <dgm:cxn modelId="{259AFC64-FFF0-46EE-8B7C-EA0634074112}" type="presParOf" srcId="{16D173D8-8300-459E-8E59-D1A679CD4346}" destId="{13404E18-DE80-4AD8-B7B7-DE581B4E828F}" srcOrd="3" destOrd="0" presId="urn:microsoft.com/office/officeart/2018/2/layout/IconVerticalSolidList"/>
    <dgm:cxn modelId="{BDBBEC67-54DF-4348-9CD6-BB2017F2CAE5}" type="presParOf" srcId="{A0A830F3-C276-4EEE-BFF4-97278F001637}" destId="{FCA11FE3-16C6-4825-90F4-2B21EB50429C}" srcOrd="3" destOrd="0" presId="urn:microsoft.com/office/officeart/2018/2/layout/IconVerticalSolidList"/>
    <dgm:cxn modelId="{D981B226-84AF-407A-B2B6-09D3FFD0F4BB}" type="presParOf" srcId="{A0A830F3-C276-4EEE-BFF4-97278F001637}" destId="{E637DF14-ADC7-4EF6-8421-A45820D9E907}" srcOrd="4" destOrd="0" presId="urn:microsoft.com/office/officeart/2018/2/layout/IconVerticalSolidList"/>
    <dgm:cxn modelId="{87502D8A-FE98-45FA-9E44-6D59C7258EAD}" type="presParOf" srcId="{E637DF14-ADC7-4EF6-8421-A45820D9E907}" destId="{BD13AC57-AD39-48F9-B63D-E9336961B515}" srcOrd="0" destOrd="0" presId="urn:microsoft.com/office/officeart/2018/2/layout/IconVerticalSolidList"/>
    <dgm:cxn modelId="{D34E1AB9-9E72-48ED-BC82-443DA74C5CE4}" type="presParOf" srcId="{E637DF14-ADC7-4EF6-8421-A45820D9E907}" destId="{F1688FBD-0FA6-45E4-88BA-7B6172331F3B}" srcOrd="1" destOrd="0" presId="urn:microsoft.com/office/officeart/2018/2/layout/IconVerticalSolidList"/>
    <dgm:cxn modelId="{0F7A3CE5-5B3B-4D30-B4A1-20BD6D591944}" type="presParOf" srcId="{E637DF14-ADC7-4EF6-8421-A45820D9E907}" destId="{459DAB91-0D8D-4141-A46F-C1449047423E}" srcOrd="2" destOrd="0" presId="urn:microsoft.com/office/officeart/2018/2/layout/IconVerticalSolidList"/>
    <dgm:cxn modelId="{0C59F05D-1411-4DA7-B974-81C7F6A17E3C}" type="presParOf" srcId="{E637DF14-ADC7-4EF6-8421-A45820D9E907}" destId="{36F7ED76-205D-4277-AA69-1B2C2B386B89}" srcOrd="3" destOrd="0" presId="urn:microsoft.com/office/officeart/2018/2/layout/IconVerticalSolidList"/>
    <dgm:cxn modelId="{7EC1FC0E-7E41-46F8-9DA5-591C40B3A889}" type="presParOf" srcId="{A0A830F3-C276-4EEE-BFF4-97278F001637}" destId="{BFE0B768-282B-4B42-A10B-8965A3EE05F1}" srcOrd="5" destOrd="0" presId="urn:microsoft.com/office/officeart/2018/2/layout/IconVerticalSolidList"/>
    <dgm:cxn modelId="{E1229F57-F672-46DC-BD41-A734F23761F5}" type="presParOf" srcId="{A0A830F3-C276-4EEE-BFF4-97278F001637}" destId="{B1C883B1-59F8-46EA-A5AC-5EE2AC96A03B}" srcOrd="6" destOrd="0" presId="urn:microsoft.com/office/officeart/2018/2/layout/IconVerticalSolidList"/>
    <dgm:cxn modelId="{5F0E94C8-C730-479D-A78C-4A96BBA32BF2}" type="presParOf" srcId="{B1C883B1-59F8-46EA-A5AC-5EE2AC96A03B}" destId="{3DC2D702-050B-4A82-BA1D-1C655F6A6EA0}" srcOrd="0" destOrd="0" presId="urn:microsoft.com/office/officeart/2018/2/layout/IconVerticalSolidList"/>
    <dgm:cxn modelId="{288101B5-0D90-487F-A243-EA93CCD55128}" type="presParOf" srcId="{B1C883B1-59F8-46EA-A5AC-5EE2AC96A03B}" destId="{7AB697E8-2428-42AA-A21A-F1F936F119B6}" srcOrd="1" destOrd="0" presId="urn:microsoft.com/office/officeart/2018/2/layout/IconVerticalSolidList"/>
    <dgm:cxn modelId="{3BD7CE48-3562-4033-BCBC-A40D97BDD6BB}" type="presParOf" srcId="{B1C883B1-59F8-46EA-A5AC-5EE2AC96A03B}" destId="{ECAD1774-84C7-4506-BDD7-F57454C3ADEC}" srcOrd="2" destOrd="0" presId="urn:microsoft.com/office/officeart/2018/2/layout/IconVerticalSolidList"/>
    <dgm:cxn modelId="{3BC92293-C885-4F77-8894-1329F9509730}" type="presParOf" srcId="{B1C883B1-59F8-46EA-A5AC-5EE2AC96A03B}" destId="{D7D69C13-10A9-4571-8899-4FC3F37A48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23DA7-BF98-41FB-A942-0156FA0BC39B}">
      <dsp:nvSpPr>
        <dsp:cNvPr id="0" name=""/>
        <dsp:cNvSpPr/>
      </dsp:nvSpPr>
      <dsp:spPr>
        <a:xfrm>
          <a:off x="0" y="5975"/>
          <a:ext cx="6364224" cy="8353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Testing</a:t>
          </a:r>
        </a:p>
      </dsp:txBody>
      <dsp:txXfrm>
        <a:off x="40780" y="46755"/>
        <a:ext cx="6282664" cy="753820"/>
      </dsp:txXfrm>
    </dsp:sp>
    <dsp:sp modelId="{96F08781-C550-4C75-A7F7-2CE33BE094ED}">
      <dsp:nvSpPr>
        <dsp:cNvPr id="0" name=""/>
        <dsp:cNvSpPr/>
      </dsp:nvSpPr>
      <dsp:spPr>
        <a:xfrm>
          <a:off x="0" y="939276"/>
          <a:ext cx="6364224" cy="83538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Gui</a:t>
          </a:r>
        </a:p>
      </dsp:txBody>
      <dsp:txXfrm>
        <a:off x="40780" y="980056"/>
        <a:ext cx="6282664" cy="753820"/>
      </dsp:txXfrm>
    </dsp:sp>
    <dsp:sp modelId="{C1ED49B7-87AB-4F02-BBE7-C4B787B94DF0}">
      <dsp:nvSpPr>
        <dsp:cNvPr id="0" name=""/>
        <dsp:cNvSpPr/>
      </dsp:nvSpPr>
      <dsp:spPr>
        <a:xfrm>
          <a:off x="0" y="1872576"/>
          <a:ext cx="6364224" cy="83538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Simulations</a:t>
          </a:r>
        </a:p>
      </dsp:txBody>
      <dsp:txXfrm>
        <a:off x="40780" y="1913356"/>
        <a:ext cx="6282664" cy="753820"/>
      </dsp:txXfrm>
    </dsp:sp>
    <dsp:sp modelId="{ACB30DFE-9380-4C6F-B08E-6CA668D4382B}">
      <dsp:nvSpPr>
        <dsp:cNvPr id="0" name=""/>
        <dsp:cNvSpPr/>
      </dsp:nvSpPr>
      <dsp:spPr>
        <a:xfrm>
          <a:off x="0" y="2805876"/>
          <a:ext cx="6364224" cy="83538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Logs</a:t>
          </a:r>
        </a:p>
      </dsp:txBody>
      <dsp:txXfrm>
        <a:off x="40780" y="2846656"/>
        <a:ext cx="6282664" cy="753820"/>
      </dsp:txXfrm>
    </dsp:sp>
    <dsp:sp modelId="{0A0416AA-BA44-46C4-BCB2-E0B31BC815ED}">
      <dsp:nvSpPr>
        <dsp:cNvPr id="0" name=""/>
        <dsp:cNvSpPr/>
      </dsp:nvSpPr>
      <dsp:spPr>
        <a:xfrm>
          <a:off x="0" y="3739176"/>
          <a:ext cx="6364224" cy="83538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POA</a:t>
          </a:r>
        </a:p>
      </dsp:txBody>
      <dsp:txXfrm>
        <a:off x="40780" y="3779956"/>
        <a:ext cx="6282664" cy="753820"/>
      </dsp:txXfrm>
    </dsp:sp>
    <dsp:sp modelId="{F754FF00-7BDE-48BE-87B5-676C2FCF070B}">
      <dsp:nvSpPr>
        <dsp:cNvPr id="0" name=""/>
        <dsp:cNvSpPr/>
      </dsp:nvSpPr>
      <dsp:spPr>
        <a:xfrm>
          <a:off x="0" y="4672476"/>
          <a:ext cx="6364224" cy="8353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Software troubleshooting</a:t>
          </a:r>
        </a:p>
      </dsp:txBody>
      <dsp:txXfrm>
        <a:off x="40780" y="4713256"/>
        <a:ext cx="6282664" cy="7538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11B3F-38A8-41D7-A861-AE1232A1236A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9B6A5-1DC9-4953-AB65-EDA6F6E0783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968B8-00FE-4987-B6AE-24E30D55248E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Limited output current, how much does it matter for now?</a:t>
          </a:r>
        </a:p>
      </dsp:txBody>
      <dsp:txXfrm>
        <a:off x="1339618" y="2288"/>
        <a:ext cx="5024605" cy="1159843"/>
      </dsp:txXfrm>
    </dsp:sp>
    <dsp:sp modelId="{8E4D9A82-62B8-4718-936D-321397DF0643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A697C-2D66-4901-B713-D487F5AE913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04E18-DE80-4AD8-B7B7-DE581B4E828F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I2C problem!</a:t>
          </a:r>
        </a:p>
      </dsp:txBody>
      <dsp:txXfrm>
        <a:off x="1339618" y="1452092"/>
        <a:ext cx="5024605" cy="1159843"/>
      </dsp:txXfrm>
    </dsp:sp>
    <dsp:sp modelId="{BD13AC57-AD39-48F9-B63D-E9336961B51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88FBD-0FA6-45E4-88BA-7B6172331F3B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7ED76-205D-4277-AA69-1B2C2B386B89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are the upcoming events?</a:t>
          </a:r>
        </a:p>
      </dsp:txBody>
      <dsp:txXfrm>
        <a:off x="1339618" y="2901896"/>
        <a:ext cx="5024605" cy="1159843"/>
      </dsp:txXfrm>
    </dsp:sp>
    <dsp:sp modelId="{3DC2D702-050B-4A82-BA1D-1C655F6A6EA0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697E8-2428-42AA-A21A-F1F936F119B6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69C13-10A9-4571-8899-4FC3F37A480F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Capacitor close to LT3080 (see schematic, next page)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60F8-8F9B-67DB-24BF-60FB404D1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E489E-AC57-CCC2-194B-9DE8AE1D9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AEA81-89D9-F5FB-E945-2E13BEAB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D95B2-0683-E6CE-0716-B72FE2E9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D133-3B74-491C-D425-21011E842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571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5153-6DA5-D650-F0A0-21E2918C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44783-C462-EC60-6717-51B7F35E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41877-2B66-2247-0B59-18D3B0F1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0E31-7759-A233-2F53-000A251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26890-CBEF-2861-EB1C-39FF191A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616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A33E-860A-6CC6-5BBC-989FC865A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0A401-7A08-2F49-FE7C-A1E5FFABC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B01BF-F370-D62E-DCFC-FE95B2C0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EB015-851B-7D51-2FD3-6F4DC4CB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3FBB-668B-05AF-4FE3-2ED36208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568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19B0-947B-2E87-FEFF-2205C919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879A-3BCA-060A-FFDA-DF31BAF61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99026-C9E3-C42F-6A2E-F87212DB7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FB7F6-010E-E86B-D272-7F4ACD81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58D9C-247E-F1B8-7B28-7D8444F9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A63CF-4C14-E117-556C-144A3579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911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D3FF-89C2-77F5-8AAB-37E50C32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9E698-7B21-5B2E-3FEC-947D665E7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09F9B-3F3E-833C-2779-EA1B4BC24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89CB9-42C0-E82B-639D-CFC460762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9C7FE-20FC-DF74-7B66-294EF4AF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092FB-9045-BBCD-F640-4EAB6A2E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EAED8-5162-38D1-C879-550D330B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75DD-E6C0-42D1-A28B-698D88EB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525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571E-46A9-2E49-3FAA-AEA25179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EF49A-329F-4617-1187-ECEF32F8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C4EB8-596A-AAD4-15ED-52411A1D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63573-B42E-0F49-1452-6917A9CE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021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C77EA-E513-1913-F046-D31DFD01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9B92C-6299-8B14-296D-A5B0ED87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24AB1-CA30-C2D6-3E2E-1C9DBDE0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59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6E96-E3E6-3FB9-E995-D776E137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E62D-BC77-27C8-9194-DD5CD853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36029-EF93-8542-A80F-3DD8267F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3488E-EC42-6CF1-8441-9092D7B2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CC1AF-097C-CEB4-AAC0-4FB5D497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D8B98-0270-DB17-0A78-2B7A2B9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83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0851-3CC0-B4E5-B765-94836540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9015A-36AE-A0CF-F197-AC1085AB7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D0430-D6D2-3E76-D7B0-72C9ECCC2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1EAE5-2EE7-EE8C-7E59-E33571C0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6EFBF-C9B0-67B6-573C-3D5F3689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5B3DC-8A30-AB42-1394-46031CFF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205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C070-8A3B-6485-8BC8-2672C107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22C0-4115-4E89-4DBF-DED90763D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726E-8C1E-413B-124D-91D074CC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859A8-4EF3-0652-1822-013849B7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500F6-66EA-00AB-B0F0-203F35A0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45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301DD-6365-B48B-599E-15611E7FE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03BAE-9C77-C1F6-4B46-9B6840491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3007-02D7-C50F-5010-913238E6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FA2F-3E69-3D82-F27D-C56D0523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709C6-E461-6E8E-A9DD-D0AF35F4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320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487B-6861-A7DE-6D08-1AFDDAEC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9C830-8101-B872-68DA-C705BA47A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5AAF0-3223-D838-8C6C-287D9D50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B520C-B370-4278-9497-50B0D49F3A09}" type="datetimeFigureOut">
              <a:rPr lang="en-NL" smtClean="0"/>
              <a:t>11/04/2025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86571-4A5A-33C5-2D8F-18257B49A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6AD73-1DE5-475B-65D7-B206879A4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B973F-D425-4CFF-9A35-C1E5132D7E1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304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DC319-B75E-74B0-A7AA-E12B34B82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Intermediate results</a:t>
            </a:r>
            <a:endParaRPr lang="en-NL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2D3E0-9A66-4F50-0EB9-DE1953C78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Battery emulator,		Julian Meeuwis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F32A6-0D12-4C5F-A8F0-EC9041C6E0EC}"/>
              </a:ext>
            </a:extLst>
          </p:cNvPr>
          <p:cNvSpPr txBox="1"/>
          <p:nvPr/>
        </p:nvSpPr>
        <p:spPr>
          <a:xfrm>
            <a:off x="10930393" y="17756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11-04-25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121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29EA7-6C04-0480-4D43-1634991B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Progress</a:t>
            </a:r>
            <a:endParaRPr lang="en-NL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DEEE12D-89FD-BF8B-0176-0920DAEB5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66167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65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3CB88-199A-E935-3E0F-577202F1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Gantt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3F6ED8-E925-DC7C-E237-53633A2BD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593" y="2354239"/>
            <a:ext cx="1005881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7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4F19-A814-3172-883C-F5D4F0F1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</a:t>
            </a:r>
            <a:r>
              <a:rPr lang="en-US" dirty="0"/>
              <a:t>are we doing it for?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6D30-CB3D-FA2F-1AEE-4BD8D6076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Commercial alternatives</a:t>
            </a:r>
          </a:p>
          <a:p>
            <a:r>
              <a:rPr lang="en-US" dirty="0"/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279425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4A98F-C4F4-D107-CC04-A5F9E8E3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What can be concluded?</a:t>
            </a:r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6B86F3-5355-2CC7-ACC6-FC9DAAD25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649062"/>
              </p:ext>
            </p:extLst>
          </p:nvPr>
        </p:nvGraphicFramePr>
        <p:xfrm>
          <a:off x="1012217" y="1926266"/>
          <a:ext cx="10167567" cy="4357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4945">
                  <a:extLst>
                    <a:ext uri="{9D8B030D-6E8A-4147-A177-3AD203B41FA5}">
                      <a16:colId xmlns:a16="http://schemas.microsoft.com/office/drawing/2014/main" val="2881903218"/>
                    </a:ext>
                  </a:extLst>
                </a:gridCol>
                <a:gridCol w="1113710">
                  <a:extLst>
                    <a:ext uri="{9D8B030D-6E8A-4147-A177-3AD203B41FA5}">
                      <a16:colId xmlns:a16="http://schemas.microsoft.com/office/drawing/2014/main" val="1754668693"/>
                    </a:ext>
                  </a:extLst>
                </a:gridCol>
                <a:gridCol w="1819607">
                  <a:extLst>
                    <a:ext uri="{9D8B030D-6E8A-4147-A177-3AD203B41FA5}">
                      <a16:colId xmlns:a16="http://schemas.microsoft.com/office/drawing/2014/main" val="3701949933"/>
                    </a:ext>
                  </a:extLst>
                </a:gridCol>
                <a:gridCol w="2405696">
                  <a:extLst>
                    <a:ext uri="{9D8B030D-6E8A-4147-A177-3AD203B41FA5}">
                      <a16:colId xmlns:a16="http://schemas.microsoft.com/office/drawing/2014/main" val="87592682"/>
                    </a:ext>
                  </a:extLst>
                </a:gridCol>
                <a:gridCol w="3473609">
                  <a:extLst>
                    <a:ext uri="{9D8B030D-6E8A-4147-A177-3AD203B41FA5}">
                      <a16:colId xmlns:a16="http://schemas.microsoft.com/office/drawing/2014/main" val="299786349"/>
                    </a:ext>
                  </a:extLst>
                </a:gridCol>
              </a:tblGrid>
              <a:tr h="6669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System specification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Rational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Test description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(Tests are compared example)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Expected result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Actual Result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974502806"/>
                  </a:ext>
                </a:extLst>
              </a:tr>
              <a:tr h="9492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Supply/Input voltage 12V - 5V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Lower power consumption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Set up normal environment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Cycle down from 12V to 5V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System should function same as 12V input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Vout of cellboard start deviating from example under 6-7V supply.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Iout of cellboard start deviating from example under 7.2V 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377845141"/>
                  </a:ext>
                </a:extLst>
              </a:tr>
              <a:tr h="563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1.5V offset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Solve oscillating problem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Remove offset by removing trace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Test working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System should function as normal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System works OK without offset circuit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3440328507"/>
                  </a:ext>
                </a:extLst>
              </a:tr>
              <a:tr h="563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Volt sensor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Verify working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Measure output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Compare to value in software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Measured output and value in software are the same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As expected.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3569711750"/>
                  </a:ext>
                </a:extLst>
              </a:tr>
              <a:tr h="563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Current sensor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Verify working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Measure output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Compare to value in software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Measured output and value in software are the same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As expected.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2020025471"/>
                  </a:ext>
                </a:extLst>
              </a:tr>
              <a:tr h="3845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Output voltage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Verify working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Measure output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Compare to simulation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Measured output compared to simulations are identical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As expected,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1916886560"/>
                  </a:ext>
                </a:extLst>
              </a:tr>
              <a:tr h="6669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Output current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Verify working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Measure output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NL" sz="1000" kern="100">
                          <a:effectLst/>
                        </a:rPr>
                        <a:t>Compare to simulation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>
                          <a:effectLst/>
                        </a:rPr>
                        <a:t>Measured output compared to simulations are identical</a:t>
                      </a:r>
                      <a:endParaRPr lang="en-NL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 dirty="0">
                          <a:effectLst/>
                        </a:rPr>
                        <a:t>As expected till 1A, maximum current is 1.5A and 2 A is expected, reason not found yet.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000" kern="100" dirty="0">
                          <a:effectLst/>
                        </a:rPr>
                        <a:t>This wasn’t tested before</a:t>
                      </a:r>
                      <a:endParaRPr lang="en-NL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841" marR="41841" marT="0" marB="0"/>
                </a:tc>
                <a:extLst>
                  <a:ext uri="{0D108BD9-81ED-4DB2-BD59-A6C34878D82A}">
                    <a16:rowId xmlns:a16="http://schemas.microsoft.com/office/drawing/2014/main" val="4131052889"/>
                  </a:ext>
                </a:extLst>
              </a:tr>
            </a:tbl>
          </a:graphicData>
        </a:graphic>
      </p:graphicFrame>
      <p:sp>
        <p:nvSpPr>
          <p:cNvPr id="8" name="Star: 5 Points 7">
            <a:extLst>
              <a:ext uri="{FF2B5EF4-FFF2-40B4-BE49-F238E27FC236}">
                <a16:creationId xmlns:a16="http://schemas.microsoft.com/office/drawing/2014/main" id="{7B240BB3-5E87-9A73-75BD-E2A0B2068CE2}"/>
              </a:ext>
            </a:extLst>
          </p:cNvPr>
          <p:cNvSpPr/>
          <p:nvPr/>
        </p:nvSpPr>
        <p:spPr>
          <a:xfrm>
            <a:off x="9197166" y="6011218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484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8A487-A67C-30EC-529E-F9F49ED9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are possible solutions for the problems?</a:t>
            </a:r>
            <a:endParaRPr lang="en-NL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815D36-B9E3-6AB9-FA7C-625EC159F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074938"/>
              </p:ext>
            </p:extLst>
          </p:nvPr>
        </p:nvGraphicFramePr>
        <p:xfrm>
          <a:off x="644056" y="2302784"/>
          <a:ext cx="10927831" cy="3812398"/>
        </p:xfrm>
        <a:graphic>
          <a:graphicData uri="http://schemas.openxmlformats.org/drawingml/2006/table">
            <a:tbl>
              <a:tblPr firstRow="1" firstCol="1" bandRow="1"/>
              <a:tblGrid>
                <a:gridCol w="2017289">
                  <a:extLst>
                    <a:ext uri="{9D8B030D-6E8A-4147-A177-3AD203B41FA5}">
                      <a16:colId xmlns:a16="http://schemas.microsoft.com/office/drawing/2014/main" val="1778935323"/>
                    </a:ext>
                  </a:extLst>
                </a:gridCol>
                <a:gridCol w="1748330">
                  <a:extLst>
                    <a:ext uri="{9D8B030D-6E8A-4147-A177-3AD203B41FA5}">
                      <a16:colId xmlns:a16="http://schemas.microsoft.com/office/drawing/2014/main" val="1076083111"/>
                    </a:ext>
                  </a:extLst>
                </a:gridCol>
                <a:gridCol w="1626280">
                  <a:extLst>
                    <a:ext uri="{9D8B030D-6E8A-4147-A177-3AD203B41FA5}">
                      <a16:colId xmlns:a16="http://schemas.microsoft.com/office/drawing/2014/main" val="1534954534"/>
                    </a:ext>
                  </a:extLst>
                </a:gridCol>
                <a:gridCol w="1950073">
                  <a:extLst>
                    <a:ext uri="{9D8B030D-6E8A-4147-A177-3AD203B41FA5}">
                      <a16:colId xmlns:a16="http://schemas.microsoft.com/office/drawing/2014/main" val="3413971557"/>
                    </a:ext>
                  </a:extLst>
                </a:gridCol>
                <a:gridCol w="3585859">
                  <a:extLst>
                    <a:ext uri="{9D8B030D-6E8A-4147-A177-3AD203B41FA5}">
                      <a16:colId xmlns:a16="http://schemas.microsoft.com/office/drawing/2014/main" val="3751137380"/>
                    </a:ext>
                  </a:extLst>
                </a:gridCol>
              </a:tblGrid>
              <a:tr h="2584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Rational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Solution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328208"/>
                  </a:ext>
                </a:extLst>
              </a:tr>
              <a:tr h="57286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Thermal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Runaway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Series resistance (few hundred milli ohms)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sng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Mosfet instead of transistor.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644120"/>
                  </a:ext>
                </a:extLst>
              </a:tr>
              <a:tr h="470453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Potentiometer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Rush current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Board and component damage.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Memory (how much rewriting?).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914549"/>
                  </a:ext>
                </a:extLst>
              </a:tr>
              <a:tr h="470453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Potentiometer / I2C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response after “full” reboot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NL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30451"/>
                  </a:ext>
                </a:extLst>
              </a:tr>
              <a:tr h="78485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Thermal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Heat generation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Heat decreases overall efficiency.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Lower supply voltage, less drop over LDO.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Increase pad size and improve overall thermal surface (Vias)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381334"/>
                  </a:ext>
                </a:extLst>
              </a:tr>
              <a:tr h="57286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Sensor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Wrong current scaling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Small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Adjust software scaling. OR</a:t>
                      </a:r>
                      <a:endParaRPr lang="en-NL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Adjust hardware scaling.</a:t>
                      </a:r>
                      <a:endParaRPr lang="en-NL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10214"/>
                  </a:ext>
                </a:extLst>
              </a:tr>
              <a:tr h="68244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Potentiometer </a:t>
                      </a:r>
                      <a:endParaRPr lang="en-NL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System does not reach designed maximum current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Small/Medium</a:t>
                      </a:r>
                      <a:endParaRPr lang="en-NL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NL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128" marR="69128" marT="960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193379"/>
                  </a:ext>
                </a:extLst>
              </a:tr>
            </a:tbl>
          </a:graphicData>
        </a:graphic>
      </p:graphicFrame>
      <p:sp>
        <p:nvSpPr>
          <p:cNvPr id="5" name="Star: 5 Points 4">
            <a:extLst>
              <a:ext uri="{FF2B5EF4-FFF2-40B4-BE49-F238E27FC236}">
                <a16:creationId xmlns:a16="http://schemas.microsoft.com/office/drawing/2014/main" id="{10816BCB-EA47-B7FF-6165-F2D7C90D8F87}"/>
              </a:ext>
            </a:extLst>
          </p:cNvPr>
          <p:cNvSpPr/>
          <p:nvPr/>
        </p:nvSpPr>
        <p:spPr>
          <a:xfrm>
            <a:off x="8029269" y="3630156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AD232E1A-F3CE-B641-2890-9A7DF262436C}"/>
              </a:ext>
            </a:extLst>
          </p:cNvPr>
          <p:cNvSpPr/>
          <p:nvPr/>
        </p:nvSpPr>
        <p:spPr>
          <a:xfrm>
            <a:off x="8037167" y="5473575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138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2D657-4692-D129-25F2-ECDB8F63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Other possible “improvements”</a:t>
            </a:r>
            <a:endParaRPr lang="en-NL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430DA9-998A-FCE8-9AAE-B87FF7DAE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535216"/>
              </p:ext>
            </p:extLst>
          </p:nvPr>
        </p:nvGraphicFramePr>
        <p:xfrm>
          <a:off x="644056" y="2912913"/>
          <a:ext cx="10927830" cy="3095540"/>
        </p:xfrm>
        <a:graphic>
          <a:graphicData uri="http://schemas.openxmlformats.org/drawingml/2006/table">
            <a:tbl>
              <a:tblPr firstRow="1" firstCol="1" bandRow="1"/>
              <a:tblGrid>
                <a:gridCol w="2278020">
                  <a:extLst>
                    <a:ext uri="{9D8B030D-6E8A-4147-A177-3AD203B41FA5}">
                      <a16:colId xmlns:a16="http://schemas.microsoft.com/office/drawing/2014/main" val="2008755547"/>
                    </a:ext>
                  </a:extLst>
                </a:gridCol>
                <a:gridCol w="2402109">
                  <a:extLst>
                    <a:ext uri="{9D8B030D-6E8A-4147-A177-3AD203B41FA5}">
                      <a16:colId xmlns:a16="http://schemas.microsoft.com/office/drawing/2014/main" val="190901250"/>
                    </a:ext>
                  </a:extLst>
                </a:gridCol>
                <a:gridCol w="3468779">
                  <a:extLst>
                    <a:ext uri="{9D8B030D-6E8A-4147-A177-3AD203B41FA5}">
                      <a16:colId xmlns:a16="http://schemas.microsoft.com/office/drawing/2014/main" val="1720330584"/>
                    </a:ext>
                  </a:extLst>
                </a:gridCol>
                <a:gridCol w="2778922">
                  <a:extLst>
                    <a:ext uri="{9D8B030D-6E8A-4147-A177-3AD203B41FA5}">
                      <a16:colId xmlns:a16="http://schemas.microsoft.com/office/drawing/2014/main" val="1086680765"/>
                    </a:ext>
                  </a:extLst>
                </a:gridCol>
              </a:tblGrid>
              <a:tr h="43991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Idea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Rational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388186"/>
                  </a:ext>
                </a:extLst>
              </a:tr>
              <a:tr h="43991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User-interface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Functional GUI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Easy use for customer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0" i="0" u="none" strike="noStrike" dirty="0">
                          <a:effectLst/>
                          <a:latin typeface="+mn-lt"/>
                        </a:rPr>
                        <a:t>Large</a:t>
                      </a:r>
                      <a:endParaRPr lang="en-NL" sz="2100" b="0" i="0" u="none" strike="noStrike" dirty="0">
                        <a:effectLst/>
                        <a:latin typeface="+mn-lt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9550"/>
                  </a:ext>
                </a:extLst>
              </a:tr>
              <a:tr h="800739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Potentiometer 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Change stepsize current controller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Accurate and suggesting from previous group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Small</a:t>
                      </a:r>
                      <a:endParaRPr lang="en-NL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638076"/>
                  </a:ext>
                </a:extLst>
              </a:tr>
              <a:tr h="43991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Supply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Remove -12V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Simplify design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936978"/>
                  </a:ext>
                </a:extLst>
              </a:tr>
              <a:tr h="975050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Multiplexer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Get rid of multiplexer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Simplify design</a:t>
                      </a:r>
                      <a:endParaRPr lang="en-NL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Large</a:t>
                      </a:r>
                      <a:endParaRPr lang="en-NL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21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(lot of time)</a:t>
                      </a:r>
                      <a:endParaRPr lang="en-NL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660" marR="117660" marT="1634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814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00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F6ED-945B-CBCA-0049-ADDA3CC5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</a:t>
            </a:r>
            <a:endParaRPr lang="en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42239-FFC5-2BEC-582C-760E2CA1D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6152619"/>
              </p:ext>
            </p:extLst>
          </p:nvPr>
        </p:nvGraphicFramePr>
        <p:xfrm>
          <a:off x="5351647" y="93582"/>
          <a:ext cx="6639560" cy="29867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7785">
                  <a:extLst>
                    <a:ext uri="{9D8B030D-6E8A-4147-A177-3AD203B41FA5}">
                      <a16:colId xmlns:a16="http://schemas.microsoft.com/office/drawing/2014/main" val="3112499706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436339300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613971111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1345217322"/>
                    </a:ext>
                  </a:extLst>
                </a:gridCol>
                <a:gridCol w="1328420">
                  <a:extLst>
                    <a:ext uri="{9D8B030D-6E8A-4147-A177-3AD203B41FA5}">
                      <a16:colId xmlns:a16="http://schemas.microsoft.com/office/drawing/2014/main" val="1418650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 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App designer (</a:t>
                      </a:r>
                      <a:r>
                        <a:rPr lang="en-NL" sz="1200" kern="100" dirty="0" err="1">
                          <a:effectLst/>
                        </a:rPr>
                        <a:t>Matlab</a:t>
                      </a:r>
                      <a:r>
                        <a:rPr lang="en-NL" sz="1200" kern="100" dirty="0">
                          <a:effectLst/>
                        </a:rPr>
                        <a:t>)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GUIDE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(Matlab)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C#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C++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359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Compatibility (client &amp; developer)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OK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99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Implementation time (With my experience)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OK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0581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Ease of use (Client)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(Assumption client has Matlab)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Bad</a:t>
                      </a:r>
                      <a:r>
                        <a:rPr lang="en-NL" sz="1200" kern="100" dirty="0">
                          <a:effectLst/>
                        </a:rPr>
                        <a:t>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(Possible incompatible)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(windows security error?)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0154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Available documentation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(Outdated)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GOOD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82105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D636A7-C6C4-28A3-EC0B-0E653F611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418314"/>
              </p:ext>
            </p:extLst>
          </p:nvPr>
        </p:nvGraphicFramePr>
        <p:xfrm>
          <a:off x="5351647" y="3149604"/>
          <a:ext cx="6639560" cy="3404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7785">
                  <a:extLst>
                    <a:ext uri="{9D8B030D-6E8A-4147-A177-3AD203B41FA5}">
                      <a16:colId xmlns:a16="http://schemas.microsoft.com/office/drawing/2014/main" val="3804316441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660846104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1244222758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854259248"/>
                    </a:ext>
                  </a:extLst>
                </a:gridCol>
                <a:gridCol w="1328420">
                  <a:extLst>
                    <a:ext uri="{9D8B030D-6E8A-4147-A177-3AD203B41FA5}">
                      <a16:colId xmlns:a16="http://schemas.microsoft.com/office/drawing/2014/main" val="1126938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 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Serial 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UART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Bluetooth / WIFI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1-wire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013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Ease of use (Client)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(Need for extra adapter)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9880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Compatibility (client &amp; developer)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Good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704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Implementation time (With my experience)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451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Available documentation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OK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782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Backwards compatible with Arduino IDE (console)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Good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>
                          <a:effectLst/>
                        </a:rPr>
                        <a:t>-</a:t>
                      </a:r>
                      <a:endParaRPr lang="en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-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L" sz="1200" kern="100" dirty="0">
                          <a:effectLst/>
                        </a:rPr>
                        <a:t>-</a:t>
                      </a:r>
                      <a:endParaRPr lang="en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31498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F290117-E36F-1C10-5CDD-D1F6F28B4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F03D4-7BCB-DD72-35A8-32DAEF338872}"/>
              </a:ext>
            </a:extLst>
          </p:cNvPr>
          <p:cNvSpPr txBox="1"/>
          <p:nvPr/>
        </p:nvSpPr>
        <p:spPr>
          <a:xfrm>
            <a:off x="200793" y="1925861"/>
            <a:ext cx="468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GUI is made with </a:t>
            </a:r>
            <a:r>
              <a:rPr lang="en-US" dirty="0" err="1"/>
              <a:t>matlab</a:t>
            </a:r>
            <a:r>
              <a:rPr lang="en-US" dirty="0"/>
              <a:t> GUIDE. This is discontinued and will not longer be used.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BC4039-C1E0-5C89-35E6-E186644CA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4"/>
          <a:stretch/>
        </p:blipFill>
        <p:spPr>
          <a:xfrm>
            <a:off x="276885" y="2572191"/>
            <a:ext cx="4385650" cy="295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6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F9B95-F4CF-E8DA-4911-3347F266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Questions</a:t>
            </a:r>
            <a:endParaRPr lang="en-NL" sz="4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ACD1D91-5FB5-D328-CBC1-8338C4CC8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52098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021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F5B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022BB-37A9-CA29-D834-9E69F08D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LTspice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5B0F9-01DE-55F1-943D-88F546D66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01715"/>
            <a:ext cx="7347537" cy="5455546"/>
          </a:xfrm>
          <a:prstGeom prst="rect">
            <a:avLst/>
          </a:prstGeom>
        </p:spPr>
      </p:pic>
      <p:sp>
        <p:nvSpPr>
          <p:cNvPr id="9" name="Star: 5 Points 8">
            <a:extLst>
              <a:ext uri="{FF2B5EF4-FFF2-40B4-BE49-F238E27FC236}">
                <a16:creationId xmlns:a16="http://schemas.microsoft.com/office/drawing/2014/main" id="{02FCB6F1-397B-206F-A388-81AEDC46086F}"/>
              </a:ext>
            </a:extLst>
          </p:cNvPr>
          <p:cNvSpPr/>
          <p:nvPr/>
        </p:nvSpPr>
        <p:spPr>
          <a:xfrm>
            <a:off x="7894622" y="2670773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F8969A98-CE85-5743-BA38-9E62301E0718}"/>
              </a:ext>
            </a:extLst>
          </p:cNvPr>
          <p:cNvSpPr/>
          <p:nvPr/>
        </p:nvSpPr>
        <p:spPr>
          <a:xfrm>
            <a:off x="6191062" y="1954040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5AAB19D6-D658-4100-6E1F-175CC62DBED2}"/>
              </a:ext>
            </a:extLst>
          </p:cNvPr>
          <p:cNvSpPr/>
          <p:nvPr/>
        </p:nvSpPr>
        <p:spPr>
          <a:xfrm>
            <a:off x="6542638" y="3329412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2C5E273B-C9E0-22A0-B168-0205A0EC2FBF}"/>
              </a:ext>
            </a:extLst>
          </p:cNvPr>
          <p:cNvSpPr/>
          <p:nvPr/>
        </p:nvSpPr>
        <p:spPr>
          <a:xfrm>
            <a:off x="10425066" y="3020086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C08DA-A67A-D50C-26C0-1612641571E5}"/>
              </a:ext>
            </a:extLst>
          </p:cNvPr>
          <p:cNvSpPr txBox="1"/>
          <p:nvPr/>
        </p:nvSpPr>
        <p:spPr>
          <a:xfrm>
            <a:off x="745059" y="1830050"/>
            <a:ext cx="362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lot of improvement from the “smaller” things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F995F3-3B35-B4FE-0DD5-F3A70CBAC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6322"/>
            <a:ext cx="2919159" cy="3400426"/>
          </a:xfrm>
          <a:prstGeom prst="rect">
            <a:avLst/>
          </a:prstGeom>
        </p:spPr>
      </p:pic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A3F1E4DA-389D-DDE2-B3FD-048018EB06DB}"/>
              </a:ext>
            </a:extLst>
          </p:cNvPr>
          <p:cNvSpPr/>
          <p:nvPr/>
        </p:nvSpPr>
        <p:spPr>
          <a:xfrm>
            <a:off x="3748303" y="4077930"/>
            <a:ext cx="199176" cy="199176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5237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FC136-F640-6DB0-8F8C-47A39C09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Passive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D9ED642F-7B7B-818D-1B45-064CAC9B9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22" y="2133758"/>
            <a:ext cx="3278492" cy="3235692"/>
          </a:xfrm>
          <a:prstGeom prst="rect">
            <a:avLst/>
          </a:prstGeom>
        </p:spPr>
      </p:pic>
      <p:pic>
        <p:nvPicPr>
          <p:cNvPr id="7" name="Picture 6" descr="A close-up of a red circuit board&#10;&#10;AI-generated content may be incorrect.">
            <a:extLst>
              <a:ext uri="{FF2B5EF4-FFF2-40B4-BE49-F238E27FC236}">
                <a16:creationId xmlns:a16="http://schemas.microsoft.com/office/drawing/2014/main" id="{C3BAF150-90EE-B38E-A2AF-C28BF44F1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6" b="13000"/>
          <a:stretch/>
        </p:blipFill>
        <p:spPr>
          <a:xfrm>
            <a:off x="6350724" y="2515449"/>
            <a:ext cx="4486215" cy="24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3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B13F-8CF3-9877-CA7E-12A3E9EA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0BEEC-9828-5D74-615C-BC3CFEDC5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325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587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Intermediate results</vt:lpstr>
      <vt:lpstr>Progress</vt:lpstr>
      <vt:lpstr>Gantt</vt:lpstr>
      <vt:lpstr>What are we doing it for?</vt:lpstr>
      <vt:lpstr>What can be concluded?</vt:lpstr>
      <vt:lpstr>What are possible solutions for the problems?</vt:lpstr>
      <vt:lpstr>Other possible “improvements”</vt:lpstr>
      <vt:lpstr>GUI</vt:lpstr>
      <vt:lpstr>Questions</vt:lpstr>
      <vt:lpstr>LTspice</vt:lpstr>
      <vt:lpstr>Passive</vt:lpstr>
      <vt:lpstr>Active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Meeuwis,Julian J.F.H.</dc:creator>
  <cp:lastModifiedBy>Meeuwis,Julian J.F.H.</cp:lastModifiedBy>
  <cp:revision>11</cp:revision>
  <dcterms:created xsi:type="dcterms:W3CDTF">2025-04-10T17:11:51Z</dcterms:created>
  <dcterms:modified xsi:type="dcterms:W3CDTF">2025-04-11T15:40:15Z</dcterms:modified>
</cp:coreProperties>
</file>